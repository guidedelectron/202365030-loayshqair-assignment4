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Web App –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portfolio with dynamic behavior</a:t>
            </a:r>
          </a:p>
          <a:p>
            <a:r>
              <a:t>Built using HTML, CSS, JavaScript</a:t>
            </a:r>
          </a:p>
          <a:p>
            <a:r>
              <a:t>Focus on functionality, not just 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localStorage to persist user preferences</a:t>
            </a:r>
          </a:p>
          <a:p>
            <a:r>
              <a:t>Theme, visitor name, login state saved</a:t>
            </a:r>
          </a:p>
          <a:p>
            <a:r>
              <a:t>State restored on page reload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Filtering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Search + category + difficulty + sorting</a:t>
            </a:r>
          </a:p>
          <a:p>
            <a:r>
              <a:t>Multi-condition filtering system</a:t>
            </a:r>
          </a:p>
          <a:p>
            <a:r>
              <a:t>Dynamic DOM updates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API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Fetches live repositories from GitHub</a:t>
            </a:r>
          </a:p>
          <a:p>
            <a:r>
              <a:t>Displays name, language, stars, updates</a:t>
            </a:r>
          </a:p>
          <a:p>
            <a:r>
              <a:t>Implements caching for 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Multi-step validation logic</a:t>
            </a:r>
          </a:p>
          <a:p>
            <a:r>
              <a:t>Name, email, message constraints</a:t>
            </a:r>
          </a:p>
          <a:p>
            <a:r>
              <a:t>Real-time feedback to user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&amp; 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Debounced search for efficiency</a:t>
            </a:r>
          </a:p>
          <a:p>
            <a:r>
              <a:t>Responsive design</a:t>
            </a:r>
          </a:p>
          <a:p>
            <a:r>
              <a:t>Lightweight (no frameworks)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Combines multiple frontend concepts</a:t>
            </a:r>
          </a:p>
          <a:p>
            <a:r>
              <a:t>Demonstrates real-world behavior</a:t>
            </a:r>
          </a:p>
          <a:p>
            <a:r>
              <a:t>Scalable for future enhancements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